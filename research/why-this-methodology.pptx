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Method, Not the Alternatives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answer: is my guardrail policy actually any good?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13232" y="1700784"/>
            <a:ext cx="566928" cy="566928"/>
          </a:xfrm>
          <a:prstGeom prst="ellipse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700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81328" y="16642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attack corpus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81328" y="19933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attacks, measure defence rate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1755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682496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100% defence rate cannot distinguish eight working layers from two.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971800"/>
            <a:ext cx="566928" cy="566928"/>
          </a:xfrm>
          <a:prstGeom prst="ellipse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81328" y="29352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LLM-as-judge on the policy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81328" y="32644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model to review the rules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57800" y="302666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2953512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and unauditable — the exact property policy-as-code exists to escape.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13232" y="4242816"/>
            <a:ext cx="566928" cy="566928"/>
          </a:xfrm>
          <a:prstGeom prst="ellipse">
            <a:avLst/>
          </a:prstGeom>
          <a:solidFill>
            <a:srgbClr val="2B2D42"/>
          </a:solidFill>
          <a:ln w="12700">
            <a:solidFill>
              <a:srgbClr val="2B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42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81328" y="420624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verification (SMT)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81328" y="45354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reachability over modelled semantics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7800" y="42976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83680" y="4224528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Sound, but a research programme in itself. Named as future work, not a competitor.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5294376"/>
            <a:ext cx="11155680" cy="1152144"/>
          </a:xfrm>
          <a:prstGeom prst="roundRect">
            <a:avLst>
              <a:gd name="adj" fmla="val 6349"/>
            </a:avLst>
          </a:prstGeom>
          <a:solidFill>
            <a:srgbClr val="EDF2F4"/>
          </a:solidFill>
          <a:ln w="22225">
            <a:solidFill>
              <a:srgbClr val="D628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513832"/>
            <a:ext cx="566928" cy="566928"/>
          </a:xfrm>
          <a:prstGeom prst="ellipse">
            <a:avLst/>
          </a:prstGeom>
          <a:solidFill>
            <a:srgbClr val="D62828"/>
          </a:solidFill>
          <a:ln w="12700">
            <a:solidFill>
              <a:srgbClr val="D62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3232" y="5513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81328" y="547725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+ dynamic lint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81328" y="58064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the artefacts already on disk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556869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20" kern="0" dirty="0">
                <a:solidFill>
                  <a:srgbClr val="D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5495544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what runtime cannot, at zero marginal cost.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Tool Analyses a Different Artefact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against the closest existing systems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36192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108960"/>
                <a:gridCol w="2194560"/>
                <a:gridCol w="32918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Artefact analysed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Pre-deployment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inert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AgentSpec 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constraints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Progent 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Privilege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LlamaFirewall 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layers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Agentproof 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Workflow 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λA  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Composition 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Margrave  2005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XACML policy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8D99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single-pass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detguard lint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 ruleset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A1B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D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incl. cross-hook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 reached agents in 2026 — but each tool inspects a different object. None inspects the policy ruleset.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Method Holds Up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4813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396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marginal cost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48640" y="2852928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policy.yaml and results.json already produced by any normal run. No LLM call, no network, no re-execution — cheap enough to run on every commit.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89120" y="14813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389120" y="21396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Detects what runtime cannot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9120" y="2852928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that never fires is invisible to any accuracy metric by construction. No corpus, however large, surfaces it. Only artefact analysis can.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0" y="14813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28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229600" y="21396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scope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229600" y="2852928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lint, not a verifier. Soundness is traded for deployability, and the sound alternative is cited as future work rather than claimed as delivered.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138928"/>
            <a:ext cx="11064240" cy="1060704"/>
          </a:xfrm>
          <a:prstGeom prst="roundRect">
            <a:avLst>
              <a:gd name="adj" fmla="val 6897"/>
            </a:avLst>
          </a:prstGeom>
          <a:solidFill>
            <a:srgbClr val="1A1B26"/>
          </a:solidFill>
          <a:ln w="19050">
            <a:solidFill>
              <a:srgbClr val="D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138928"/>
            <a:ext cx="106984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alternative to this method is not a better method. It is not checking at all.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2026-08-07T10:16:30Z</dcterms:created>
  <dcterms:modified xsi:type="dcterms:W3CDTF">2026-08-07T10:16:30Z</dcterms:modified>
</cp:coreProperties>
</file>